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f548728cd1412d" /><Relationship Type="http://schemas.openxmlformats.org/officeDocument/2006/relationships/extended-properties" Target="/docProps/app.xml" Id="R69767e273bcf4707" /><Relationship Type="http://schemas.openxmlformats.org/officeDocument/2006/relationships/officeDocument" Target="/ppt/presentation.xml" Id="R72e68ae8a42d4e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84f556a9034f99"/>
  </p:sldMasterIdLst>
  <p:notesMasterIdLst>
    <p:notesMasterId xmlns:r="http://schemas.openxmlformats.org/officeDocument/2006/relationships" r:id="R551b6843ad8646fa"/>
  </p:notesMasterIdLst>
  <p:sldIdLst>
    <p:sldId xmlns:r="http://schemas.openxmlformats.org/officeDocument/2006/relationships" id="256" r:id="Rf90aa76639dc4c6a"/>
    <p:sldId xmlns:r="http://schemas.openxmlformats.org/officeDocument/2006/relationships" id="257" r:id="R1bcf06410bbf4480"/>
    <p:sldId xmlns:r="http://schemas.openxmlformats.org/officeDocument/2006/relationships" id="258" r:id="R9f72646de4bc43d1"/>
    <p:sldId xmlns:r="http://schemas.openxmlformats.org/officeDocument/2006/relationships" id="259" r:id="Rfe34e417bc3d4d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b7b5f7ae314d64" /><Relationship Type="http://schemas.openxmlformats.org/officeDocument/2006/relationships/slideMaster" Target="/ppt/slideMasters/slideMaster1.xml" Id="R5184f556a9034f99" /><Relationship Type="http://schemas.openxmlformats.org/officeDocument/2006/relationships/notesMaster" Target="/ppt/notesMasters/notesMaster1.xml" Id="R551b6843ad8646fa" /><Relationship Type="http://schemas.openxmlformats.org/officeDocument/2006/relationships/presProps" Target="/ppt/presProps.xml" Id="R4805601469924b58" /><Relationship Type="http://schemas.openxmlformats.org/officeDocument/2006/relationships/tableStyles" Target="/ppt/tableStyles.xml" Id="Rbeb2a19ae640456a" /><Relationship Type="http://schemas.openxmlformats.org/officeDocument/2006/relationships/slide" Target="/ppt/slides/slide1.xml" Id="Rf90aa76639dc4c6a" /><Relationship Type="http://schemas.openxmlformats.org/officeDocument/2006/relationships/slide" Target="/ppt/slides/slide2.xml" Id="R1bcf06410bbf4480" /><Relationship Type="http://schemas.openxmlformats.org/officeDocument/2006/relationships/slide" Target="/ppt/slides/slide3.xml" Id="R9f72646de4bc43d1" /><Relationship Type="http://schemas.openxmlformats.org/officeDocument/2006/relationships/slide" Target="/ppt/slides/slide4.xml" Id="Rfe34e417bc3d4d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543040544a45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9e998e2fd34ec1" /><Relationship Type="http://schemas.openxmlformats.org/officeDocument/2006/relationships/notesMaster" Target="/ppt/notesMasters/notesMaster1.xml" Id="R1de1d3c5236b43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d67fafb2014b69" /><Relationship Type="http://schemas.openxmlformats.org/officeDocument/2006/relationships/notesMaster" Target="/ppt/notesMasters/notesMaster1.xml" Id="Rcd932fe52ff84e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8c28229a094a6d" /><Relationship Type="http://schemas.openxmlformats.org/officeDocument/2006/relationships/notesMaster" Target="/ppt/notesMasters/notesMaster1.xml" Id="R48eb44326c764e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f6503347ac4487" /><Relationship Type="http://schemas.openxmlformats.org/officeDocument/2006/relationships/notesMaster" Target="/ppt/notesMasters/notesMaster1.xml" Id="Re18bc9404e4746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项目目标：让用户通过 GitHub OAuth 登录，把公开仓库同步到本地并建立向量索引，再用 Agent 跨项目问答代码、文档和图片。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数据来源：README.md、docs/04-长任务流.md、docs/07-任务清单.md、docs/08-交接日志.md、docs/10-验收标准.md。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阶段状态来源：docs/04-长任务流.md 第 7 节当前进度，以及 docs/10-验收标准.md 第 3-4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下一步按 docs/04-长任务流.md 阶段 7 与阶段 10 执行，先补齐 general_chat、检索后重排与纠错，再做端到端验收。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66c4bcdfa44a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fd76cd056349d3" /><Relationship Type="http://schemas.openxmlformats.org/officeDocument/2006/relationships/slideLayout" Target="/ppt/slideLayouts/slideLayout1.xml" Id="R666ca0eef3a04f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6ca0eef3a04f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ab97afdb54cdb" /><Relationship Type="http://schemas.openxmlformats.org/officeDocument/2006/relationships/image" Target="/ppt/media/image.png" Id="R24a9d0bac2164656" /><Relationship Type="http://schemas.openxmlformats.org/officeDocument/2006/relationships/notesSlide" Target="/ppt/notesSlides/notesSlide1.xml" Id="R2fe7e7af18314d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9408c510f4583" /><Relationship Type="http://schemas.openxmlformats.org/officeDocument/2006/relationships/notesSlide" Target="/ppt/notesSlides/notesSlide2.xml" Id="R9381d733dd7140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fddfb4e914beb" /><Relationship Type="http://schemas.openxmlformats.org/officeDocument/2006/relationships/notesSlide" Target="/ppt/notesSlides/notesSlide3.xml" Id="R2b4954a3855c44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b04235b394f3c" /><Relationship Type="http://schemas.openxmlformats.org/officeDocument/2006/relationships/notesSlide" Target="/ppt/notesSlides/notesSlide4.xml" Id="R17e82374b65040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E948C23-C1B7-4DC8-8821-551D75BD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8247747-16BC-4416-8620-BE5392E4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MyAgentic 项目进度汇报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4B4E2D65-E618-4BEE-BFBC-90773759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9d0bac2164656"/>
          <a:srcRect xmlns:a="http://schemas.openxmlformats.org/drawingml/2006/main" l="26308" t="0" r="263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31D641D7-F119-4155-BAA6-7B0DAD2B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4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</a:rPr>
              <a:t>本地 Agentic RAG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</a:rPr>
              <a:t>GitHub OAuth 登录后同步公开仓库，建立本地向量索引，并跨项目问答代码、文档与图片。汇报日期：2026-08-06</a:t>
            </a:r>
          </a:p>
        </p:txBody>
      </p:sp>
    </p:spTree>
    <p:extLst>
      <p:ext uri="{BB962C8B-B14F-4D97-AF65-F5344CB8AC3E}">
        <p14:creationId xmlns:p14="http://schemas.microsoft.com/office/powerpoint/2010/main" val="20373888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D4E58BCC-1C0A-48E3-A42F-349A81AB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1E4D11A3-E854-4EF6-968C-7D7F3FD6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D288EDF3-2332-41A7-BDD5-EEF2D6BA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86A77237-544E-4FF2-AD21-24290F2F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FB363E4E-4FAA-4BBD-88BF-9283E94B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主链路已经跑通，核心数据与测试齐备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384300B-319D-4880-9F66-6F775EEB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真实仓库完成 Chroma 重建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3A0355B-533B-4978-BB4D-494AD9F0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条向量记录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17FC9FD1-AAB7-4B10-97AB-089F67D0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后端 39 + 前端 7 项测试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01F1D856-3A55-4C72-B43C-F627DF0D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79A2738C-30EE-49D2-9FAC-82FDAC7A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4,697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C969322-525E-49E1-AD31-C7202F6B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46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6F4432A-8E4C-4453-AD1D-9D3AB986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真实浏览器登录与 6 个仓库入库已验证；ONNX + Chroma + LangGraph + SSE 已接入。</a:t>
            </a:r>
          </a:p>
        </p:txBody>
      </p:sp>
    </p:spTree>
    <p:extLst>
      <p:ext uri="{BB962C8B-B14F-4D97-AF65-F5344CB8AC3E}">
        <p14:creationId xmlns:p14="http://schemas.microsoft.com/office/powerpoint/2010/main" val="1709873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C8E9494-4268-4DAA-B658-EF296893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9522FA1-4E25-4CFE-AF0E-8A138519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阶段进度：0-9 基本完成，第 10 阶段进入收尾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CFA7A9EE-C1FE-482C-A737-682B88F9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阶段 0-9 已交付；阶段 10 联调测试进行中。</a:t>
            </a:r>
          </a:p>
        </p:txBody>
      </p:sp>
      <p:graphicFrame>
        <p:nvGraphicFramePr>
          <p:cNvPr id="8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00000"/>
                          </a:solidFill>
                        </a:rPr>
                        <a:t>阶段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00000"/>
                          </a:solidFill>
                        </a:rPr>
                        <a:t>交付内容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00000"/>
                          </a:solidFill>
                        </a:rPr>
                        <a:t>状态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00000"/>
                          </a:solidFill>
                        </a:rPr>
                        <a:t>关键结果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00000"/>
                          </a:solidFill>
                        </a:rPr>
                        <a:t>待办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0-2 骨架/登录/列表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OAuth 与仓库状态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已完成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真实浏览器验证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-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3-4 同步/解析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clone、分块、图生文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已完成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6 个仓库同步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图生文 API 验证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5 向量入库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ONNX + Chroma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已完成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4,697 条向量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增量更新已实现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6 检索服务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混合检索/项目概览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已完成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技术栈摘要可用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相关性待闭环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7 Agent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LangGraph + SSE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主体完成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流式问答可用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general_chat、重排纠错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8 记忆系统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CRUD 与会话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已完成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测试通过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聊天召回待验收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9 前端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全页面交互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已完成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Markdown/来源卡片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边界场景测试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10 联调测试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端到端验收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进行中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39+7 测试通过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Agent/图片/记忆验收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06496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2AB367B-39FD-44FA-8D3F-53ADF700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CA2EF94-CDFE-4D53-9291-8BCEE0F3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下一步：补齐 Agent 闭环并完成端到端验收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FC71B2FC-7B20-414F-BAF5-EC370E78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992AEBF0-D3AC-4F4F-B293-796AF4F3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ED8E47E-F9A7-4647-AFF7-3C6E8DC1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</a:rPr>
              <a:t>检索纠错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</a:rPr>
              <a:t>召回后重排与相关性校验，无关证据不再进入回答。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0D9F73E-B1B6-474D-9F49-5302A89E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</a:rPr>
              <a:t>端到端验收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</a:rPr>
              <a:t>Agent 问答、图片检索、记忆召回完成真实场景验证。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C87209D1-290D-4A4E-B280-45491C04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FB02B7E9-CF61-4C05-AFFC-6E37CA5F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AB12C614-E270-41E2-B169-7FA1A531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E7BB9E63-0683-4366-A559-DB356FD6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</a:rPr>
              <a:t>闲聊拦截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</a:rPr>
              <a:t>天气、个人问题等非仓库话题不再触发向量检索。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0C395DB7-02EA-44B7-9351-5D3AB288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BEC1DFCA-984F-4ED1-A094-75E73D43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三个方向收尾后进入发布准备。</a:t>
            </a:r>
          </a:p>
        </p:txBody>
      </p:sp>
    </p:spTree>
    <p:extLst>
      <p:ext uri="{BB962C8B-B14F-4D97-AF65-F5344CB8AC3E}">
        <p14:creationId xmlns:p14="http://schemas.microsoft.com/office/powerpoint/2010/main" val="16099894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2026-08-05T18:57:01.4240000Z</dcterms:created>
  <dcterms:modified xsi:type="dcterms:W3CDTF">2026-08-05T18:57:01.4240000Z</dcterms:modified>
</coreProperties>
</file>